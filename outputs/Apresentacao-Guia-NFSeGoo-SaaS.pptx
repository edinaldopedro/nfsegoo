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75ccfc67014322" /><Relationship Type="http://schemas.openxmlformats.org/officeDocument/2006/relationships/extended-properties" Target="/docProps/app.xml" Id="Rbe7bf1e5ff5243cd" /><Relationship Type="http://schemas.openxmlformats.org/officeDocument/2006/relationships/officeDocument" Target="/ppt/presentation.xml" Id="R329a8d07db7e41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bedffc05643b5"/>
  </p:sldMasterIdLst>
  <p:notesMasterIdLst>
    <p:notesMasterId xmlns:r="http://schemas.openxmlformats.org/officeDocument/2006/relationships" r:id="R17e0bd7192f9451c"/>
  </p:notesMasterIdLst>
  <p:sldIdLst>
    <p:sldId xmlns:r="http://schemas.openxmlformats.org/officeDocument/2006/relationships" id="256" r:id="Re1d98c5d282f47ab"/>
    <p:sldId xmlns:r="http://schemas.openxmlformats.org/officeDocument/2006/relationships" id="257" r:id="R7ef0ade62d284c40"/>
    <p:sldId xmlns:r="http://schemas.openxmlformats.org/officeDocument/2006/relationships" id="258" r:id="R972281e6101b45a4"/>
    <p:sldId xmlns:r="http://schemas.openxmlformats.org/officeDocument/2006/relationships" id="259" r:id="Rd0f23899fcc24bf6"/>
    <p:sldId xmlns:r="http://schemas.openxmlformats.org/officeDocument/2006/relationships" id="260" r:id="R83f611427df740cf"/>
    <p:sldId xmlns:r="http://schemas.openxmlformats.org/officeDocument/2006/relationships" id="261" r:id="R2915acd7286b4b86"/>
    <p:sldId xmlns:r="http://schemas.openxmlformats.org/officeDocument/2006/relationships" id="262" r:id="R66db84e6372642e8"/>
    <p:sldId xmlns:r="http://schemas.openxmlformats.org/officeDocument/2006/relationships" id="263" r:id="Reb1be3db4c1e4eb1"/>
    <p:sldId xmlns:r="http://schemas.openxmlformats.org/officeDocument/2006/relationships" id="264" r:id="Re5cec67e1dc84dcb"/>
    <p:sldId xmlns:r="http://schemas.openxmlformats.org/officeDocument/2006/relationships" id="265" r:id="Ra2eb5d91b99b4968"/>
    <p:sldId xmlns:r="http://schemas.openxmlformats.org/officeDocument/2006/relationships" id="266" r:id="Rb754cbee27284cd4"/>
    <p:sldId xmlns:r="http://schemas.openxmlformats.org/officeDocument/2006/relationships" id="267" r:id="R3b3ab9ea5c6a43eb"/>
    <p:sldId xmlns:r="http://schemas.openxmlformats.org/officeDocument/2006/relationships" id="268" r:id="Rcf954856e8cb4979"/>
    <p:sldId xmlns:r="http://schemas.openxmlformats.org/officeDocument/2006/relationships" id="269" r:id="Rcd6f4800a11041e9"/>
    <p:sldId xmlns:r="http://schemas.openxmlformats.org/officeDocument/2006/relationships" id="270" r:id="R665fc8aa217b485d"/>
    <p:sldId xmlns:r="http://schemas.openxmlformats.org/officeDocument/2006/relationships" id="271" r:id="Rc332064c38ca42a7"/>
    <p:sldId xmlns:r="http://schemas.openxmlformats.org/officeDocument/2006/relationships" id="272" r:id="Rea3cd1b0f9b645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567825d8ab4ace" /><Relationship Type="http://schemas.openxmlformats.org/officeDocument/2006/relationships/slideMaster" Target="/ppt/slideMasters/slideMaster1.xml" Id="R144bedffc05643b5" /><Relationship Type="http://schemas.openxmlformats.org/officeDocument/2006/relationships/notesMaster" Target="/ppt/notesMasters/notesMaster1.xml" Id="R17e0bd7192f9451c" /><Relationship Type="http://schemas.openxmlformats.org/officeDocument/2006/relationships/presProps" Target="/ppt/presProps.xml" Id="R45b5a4ca3eef45df" /><Relationship Type="http://schemas.openxmlformats.org/officeDocument/2006/relationships/tableStyles" Target="/ppt/tableStyles.xml" Id="R26d2a4b2f4dc40e3" /><Relationship Type="http://schemas.openxmlformats.org/officeDocument/2006/relationships/slide" Target="/ppt/slides/slide1.xml" Id="Re1d98c5d282f47ab" /><Relationship Type="http://schemas.openxmlformats.org/officeDocument/2006/relationships/slide" Target="/ppt/slides/slide2.xml" Id="R7ef0ade62d284c40" /><Relationship Type="http://schemas.openxmlformats.org/officeDocument/2006/relationships/slide" Target="/ppt/slides/slide3.xml" Id="R972281e6101b45a4" /><Relationship Type="http://schemas.openxmlformats.org/officeDocument/2006/relationships/slide" Target="/ppt/slides/slide4.xml" Id="Rd0f23899fcc24bf6" /><Relationship Type="http://schemas.openxmlformats.org/officeDocument/2006/relationships/slide" Target="/ppt/slides/slide5.xml" Id="R83f611427df740cf" /><Relationship Type="http://schemas.openxmlformats.org/officeDocument/2006/relationships/slide" Target="/ppt/slides/slide6.xml" Id="R2915acd7286b4b86" /><Relationship Type="http://schemas.openxmlformats.org/officeDocument/2006/relationships/slide" Target="/ppt/slides/slide7.xml" Id="R66db84e6372642e8" /><Relationship Type="http://schemas.openxmlformats.org/officeDocument/2006/relationships/slide" Target="/ppt/slides/slide8.xml" Id="Reb1be3db4c1e4eb1" /><Relationship Type="http://schemas.openxmlformats.org/officeDocument/2006/relationships/slide" Target="/ppt/slides/slide9.xml" Id="Re5cec67e1dc84dcb" /><Relationship Type="http://schemas.openxmlformats.org/officeDocument/2006/relationships/slide" Target="/ppt/slides/slide10.xml" Id="Ra2eb5d91b99b4968" /><Relationship Type="http://schemas.openxmlformats.org/officeDocument/2006/relationships/slide" Target="/ppt/slides/slide11.xml" Id="Rb754cbee27284cd4" /><Relationship Type="http://schemas.openxmlformats.org/officeDocument/2006/relationships/slide" Target="/ppt/slides/slide12.xml" Id="R3b3ab9ea5c6a43eb" /><Relationship Type="http://schemas.openxmlformats.org/officeDocument/2006/relationships/slide" Target="/ppt/slides/slide13.xml" Id="Rcf954856e8cb4979" /><Relationship Type="http://schemas.openxmlformats.org/officeDocument/2006/relationships/slide" Target="/ppt/slides/slide14.xml" Id="Rcd6f4800a11041e9" /><Relationship Type="http://schemas.openxmlformats.org/officeDocument/2006/relationships/slide" Target="/ppt/slides/slide15.xml" Id="R665fc8aa217b485d" /><Relationship Type="http://schemas.openxmlformats.org/officeDocument/2006/relationships/slide" Target="/ppt/slides/slide16.xml" Id="Rc332064c38ca42a7" /><Relationship Type="http://schemas.openxmlformats.org/officeDocument/2006/relationships/slide" Target="/ppt/slides/slide17.xml" Id="Rea3cd1b0f9b645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975e9228c447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3fae2c2e54853" /><Relationship Type="http://schemas.openxmlformats.org/officeDocument/2006/relationships/notesMaster" Target="/ppt/notesMasters/notesMaster1.xml" Id="Rbd676604a9a84c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e7b5fdc1114348" /><Relationship Type="http://schemas.openxmlformats.org/officeDocument/2006/relationships/notesMaster" Target="/ppt/notesMasters/notesMaster1.xml" Id="Rddf516d2828747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239629427f4d09" /><Relationship Type="http://schemas.openxmlformats.org/officeDocument/2006/relationships/notesMaster" Target="/ppt/notesMasters/notesMaster1.xml" Id="Rb3ae5f2dadd142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4154e71ab243f0" /><Relationship Type="http://schemas.openxmlformats.org/officeDocument/2006/relationships/notesMaster" Target="/ppt/notesMasters/notesMaster1.xml" Id="Rf4ccf696da8240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01c2d40e5a4d80" /><Relationship Type="http://schemas.openxmlformats.org/officeDocument/2006/relationships/notesMaster" Target="/ppt/notesMasters/notesMaster1.xml" Id="Ra80569c043674f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6ddfd73f104dba" /><Relationship Type="http://schemas.openxmlformats.org/officeDocument/2006/relationships/notesMaster" Target="/ppt/notesMasters/notesMaster1.xml" Id="Rb919cdb7767743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b952e5188e4827" /><Relationship Type="http://schemas.openxmlformats.org/officeDocument/2006/relationships/notesMaster" Target="/ppt/notesMasters/notesMaster1.xml" Id="Ra5afbef4f2574d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2ea183462c470b" /><Relationship Type="http://schemas.openxmlformats.org/officeDocument/2006/relationships/notesMaster" Target="/ppt/notesMasters/notesMaster1.xml" Id="Rb22c3e257f5c43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5c065031604c12" /><Relationship Type="http://schemas.openxmlformats.org/officeDocument/2006/relationships/notesMaster" Target="/ppt/notesMasters/notesMaster1.xml" Id="R9f321e34635a49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552ab38d8e414b" /><Relationship Type="http://schemas.openxmlformats.org/officeDocument/2006/relationships/notesMaster" Target="/ppt/notesMasters/notesMaster1.xml" Id="R14fb15852adb40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feb98cd5234464" /><Relationship Type="http://schemas.openxmlformats.org/officeDocument/2006/relationships/notesMaster" Target="/ppt/notesMasters/notesMaster1.xml" Id="R3aec8966476d45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b165a197184e99" /><Relationship Type="http://schemas.openxmlformats.org/officeDocument/2006/relationships/notesMaster" Target="/ppt/notesMasters/notesMaster1.xml" Id="Rec132cf61b1845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fb40c2901d40eb" /><Relationship Type="http://schemas.openxmlformats.org/officeDocument/2006/relationships/notesMaster" Target="/ppt/notesMasters/notesMaster1.xml" Id="R34b73f1d264142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07fdd721e6414f" /><Relationship Type="http://schemas.openxmlformats.org/officeDocument/2006/relationships/notesMaster" Target="/ppt/notesMasters/notesMaster1.xml" Id="R0b66431225104c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edcf095548426c" /><Relationship Type="http://schemas.openxmlformats.org/officeDocument/2006/relationships/notesMaster" Target="/ppt/notesMasters/notesMaster1.xml" Id="R675db62b533740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3a0a2f636e4674" /><Relationship Type="http://schemas.openxmlformats.org/officeDocument/2006/relationships/notesMaster" Target="/ppt/notesMasters/notesMaster1.xml" Id="R98667ea42dec4a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9cc5d5db914146" /><Relationship Type="http://schemas.openxmlformats.org/officeDocument/2006/relationships/notesMaster" Target="/ppt/notesMasters/notesMaster1.xml" Id="R2a1fc76add6443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d44a6daf9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3fa6d30ff34fd5" /><Relationship Type="http://schemas.openxmlformats.org/officeDocument/2006/relationships/slideLayout" Target="/ppt/slideLayouts/slideLayout1.xml" Id="R8b9341b5ddff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9341b5ddff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a86ac302c40ac" /><Relationship Type="http://schemas.openxmlformats.org/officeDocument/2006/relationships/image" Target="/ppt/media/image.png" Id="R4ae55169cea24f34" /><Relationship Type="http://schemas.openxmlformats.org/officeDocument/2006/relationships/notesSlide" Target="/ppt/notesSlides/notesSlide1.xml" Id="R49e46c4ddbd248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a39731a8a41aa" /><Relationship Type="http://schemas.openxmlformats.org/officeDocument/2006/relationships/notesSlide" Target="/ppt/notesSlides/notesSlide2.xml" Id="R58aef68c4e8446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04ed507294e66" /><Relationship Type="http://schemas.openxmlformats.org/officeDocument/2006/relationships/image" Target="/ppt/media/image2.png" Id="Rfdb3a37e77ab4fa6" /><Relationship Type="http://schemas.openxmlformats.org/officeDocument/2006/relationships/notesSlide" Target="/ppt/notesSlides/notesSlide3.xml" Id="R8b29bc66f1f446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ce98e92594bb6" /><Relationship Type="http://schemas.openxmlformats.org/officeDocument/2006/relationships/image" Target="/ppt/media/image3.png" Id="Red2e5a3443754fea" /><Relationship Type="http://schemas.openxmlformats.org/officeDocument/2006/relationships/notesSlide" Target="/ppt/notesSlides/notesSlide4.xml" Id="R2c9e68e3f96b4e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16c7089f94bc0" /><Relationship Type="http://schemas.openxmlformats.org/officeDocument/2006/relationships/image" Target="/ppt/media/image4.png" Id="R5d95c08949ae4b6d" /><Relationship Type="http://schemas.openxmlformats.org/officeDocument/2006/relationships/notesSlide" Target="/ppt/notesSlides/notesSlide5.xml" Id="R9008a9d4c4914e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5915fa3f9417f" /><Relationship Type="http://schemas.openxmlformats.org/officeDocument/2006/relationships/image" Target="/ppt/media/image5.png" Id="R986bff4bd38e4a8d" /><Relationship Type="http://schemas.openxmlformats.org/officeDocument/2006/relationships/notesSlide" Target="/ppt/notesSlides/notesSlide6.xml" Id="Rdb0b746755af42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9f4f4d6a54a74" /><Relationship Type="http://schemas.openxmlformats.org/officeDocument/2006/relationships/image" Target="/ppt/media/image6.png" Id="R66822e3e57c54038" /><Relationship Type="http://schemas.openxmlformats.org/officeDocument/2006/relationships/notesSlide" Target="/ppt/notesSlides/notesSlide7.xml" Id="R411928ed59f84a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31bf8bd1249d4" /><Relationship Type="http://schemas.openxmlformats.org/officeDocument/2006/relationships/image" Target="/ppt/media/image7.png" Id="R087970afb3e14678" /><Relationship Type="http://schemas.openxmlformats.org/officeDocument/2006/relationships/notesSlide" Target="/ppt/notesSlides/notesSlide8.xml" Id="Rd07af9ee740f43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1f1824d4f4255" /><Relationship Type="http://schemas.openxmlformats.org/officeDocument/2006/relationships/image" Target="/ppt/media/image8.png" Id="Rb60f8f081b1945b4" /><Relationship Type="http://schemas.openxmlformats.org/officeDocument/2006/relationships/notesSlide" Target="/ppt/notesSlides/notesSlide9.xml" Id="R953644cc70e746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1a4007fb0495b" /><Relationship Type="http://schemas.openxmlformats.org/officeDocument/2006/relationships/image" Target="/ppt/media/image9.png" Id="Rcc9fc48926ee431c" /><Relationship Type="http://schemas.openxmlformats.org/officeDocument/2006/relationships/notesSlide" Target="/ppt/notesSlides/notesSlide10.xml" Id="Rd2e4d4aaa58643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72c3ddb00477c" /><Relationship Type="http://schemas.openxmlformats.org/officeDocument/2006/relationships/image" Target="/ppt/media/image10.png" Id="R4db601e65b504053" /><Relationship Type="http://schemas.openxmlformats.org/officeDocument/2006/relationships/notesSlide" Target="/ppt/notesSlides/notesSlide11.xml" Id="R6b2cb426971d42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03f99242b4673" /><Relationship Type="http://schemas.openxmlformats.org/officeDocument/2006/relationships/image" Target="/ppt/media/image11.png" Id="Rce91fdcef47c4f57" /><Relationship Type="http://schemas.openxmlformats.org/officeDocument/2006/relationships/notesSlide" Target="/ppt/notesSlides/notesSlide12.xml" Id="R50cbec332e9443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51ecb55be478a" /><Relationship Type="http://schemas.openxmlformats.org/officeDocument/2006/relationships/image" Target="/ppt/media/image12.png" Id="Ra4d9ad63ad3845e9" /><Relationship Type="http://schemas.openxmlformats.org/officeDocument/2006/relationships/notesSlide" Target="/ppt/notesSlides/notesSlide13.xml" Id="R4c6d63412c2c41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786a11ac74dc3" /><Relationship Type="http://schemas.openxmlformats.org/officeDocument/2006/relationships/image" Target="/ppt/media/image13.png" Id="R3cc5a94eaf434f9a" /><Relationship Type="http://schemas.openxmlformats.org/officeDocument/2006/relationships/notesSlide" Target="/ppt/notesSlides/notesSlide14.xml" Id="R745d880870454a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77087ee57497f" /><Relationship Type="http://schemas.openxmlformats.org/officeDocument/2006/relationships/image" Target="/ppt/media/image14.png" Id="R932a81ce605a4304" /><Relationship Type="http://schemas.openxmlformats.org/officeDocument/2006/relationships/notesSlide" Target="/ppt/notesSlides/notesSlide15.xml" Id="Rff0ec987fef546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044c5e13245a0" /><Relationship Type="http://schemas.openxmlformats.org/officeDocument/2006/relationships/image" Target="/ppt/media/image15.png" Id="Rcbdd503cc9ce48d6" /><Relationship Type="http://schemas.openxmlformats.org/officeDocument/2006/relationships/notesSlide" Target="/ppt/notesSlides/notesSlide16.xml" Id="R7e38f99b827346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67eba1c534fd7" /><Relationship Type="http://schemas.openxmlformats.org/officeDocument/2006/relationships/image" Target="/ppt/media/image16.png" Id="Rc88bd1c9f821415c" /><Relationship Type="http://schemas.openxmlformats.org/officeDocument/2006/relationships/notesSlide" Target="/ppt/notesSlides/notesSlide17.xml" Id="R5bb74935994446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E911E6-9A3D-43AD-8DDF-0E2875CE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7A4CD-F91D-473A-BEEA-DFF785B0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E9943-141D-4164-8343-8197A994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B2FAB-166D-436B-8751-7B9FE2E8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96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SAAS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AB42E-A1B6-40AF-A1AD-A422FC51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NFSeGoo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1B81A-30F2-4B7B-B283-4515B89F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2E8F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2E8F0"/>
                </a:solidFill>
                <a:latin typeface="Aptos Display"/>
                <a:ea typeface="Aptos Display"/>
                <a:cs typeface="Aptos Display"/>
              </a:rPr>
              <a:t>Apresentacao guia para cliente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6E2ED-F8C1-4830-97BF-22100CC8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85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Um roteiro visual com prints reais do SaaS: contratacao, dashboard, clientes, emissao, notas, relatorios, suporte e configuracoes.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F23D8-893F-418B-A856-51FE3151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819150"/>
            <a:ext cx="6896100" cy="39624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55169cea24f34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3900" y="914400"/>
            <a:ext cx="6705600" cy="3771900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51F8E-7071-46BA-A47A-823C5EBA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67300"/>
            <a:ext cx="876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B98BB-623D-49EA-9891-7E9868A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149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09A26-3ADD-4DF2-B45B-4980772C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86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Capturado em ambiente local com dados demonstrativos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929DA-EF52-4005-A021-BCC04B79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C6725-4DDB-4EC9-A396-25F0BBD5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655983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FEF86-92BE-400B-84B7-F6690CFF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Mapa da jornada do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DE1B5-5AF8-4506-940C-7914523D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 primeira visita ao fechamento fiscal, cada etapa abaixo corresponde a um print real da interface.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BD7E0-67AD-4A27-91FF-60C17A4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695450" cy="20002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FF5FF-E6AA-41D7-814D-BBE73CDA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7B017-F151-4248-8AA7-92D9D32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09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7467D-7CF6-4D3F-9549-6279B87B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Contratar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753A4-7751-4020-85A0-B4F1E373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Planos, checkout e cadastro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ADEF2-F37F-4CB6-B64F-620A7713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76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16639-C507-43A8-ACA3-70006C21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95500"/>
            <a:ext cx="1695450" cy="20002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B2DDA-1C7F-4A8B-A114-78E3B8FA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5569B-7553-4F84-99A2-1C4BE86A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9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48F7A-15BB-4A72-BED1-206ACC4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718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Preparar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A70F6-E61F-46F8-B955-9716D6D2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909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Empresa, certificado e clientes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0472A-C25A-4D63-85C4-B3D0D8CE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76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74B68-CCDC-4FA0-BDA6-D6EFE250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95500"/>
            <a:ext cx="1695450" cy="20002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45CFC-CCD6-47DD-AB67-88909548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959AC-AA00-439C-BA28-F4FF9BD2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09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102A8-1B69-4DC6-90F2-13163A40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718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Emitir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2704B-84C4-4226-95D2-DF9C03DC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909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Tomador, servico e revisao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D349D-A677-4222-8899-93695314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76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4CB29-F52C-4809-819A-9A493583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1695450" cy="20002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5E112-24C5-46FC-893F-42CC09CE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2CDF1-2688-4280-B0FA-E151CB2A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09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8F7C20-FE0F-4140-9A73-061C3B31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718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Acompanhar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5A147-0CF8-4EE5-8D0A-BB5B0C3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Notas, erros e documentos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A4313-14FD-4745-BD41-69C33F7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09C12-3B80-4847-B172-158E82EF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1695450" cy="20002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8B8A7-D147-4D42-B47E-0722CEEA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218DA-EAB0-4776-B19E-B85C4C96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098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44A12-ADE7-43DB-B7BD-AADD7F1B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718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Fechar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174D3D-8E39-41E1-9657-E84FF902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909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Relatorios e suporte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086D44-9C78-400B-A1BC-2568C6E9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1CEF93-C8A4-4D13-AB68-35EC0A2C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407847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D730FF-89DE-4E19-BB80-9D65A899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144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58CCB-A618-43AF-B66E-D329DDA0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ENTRADA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E7717-80B5-48AC-94F7-47B930AC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Conhecer o SaaS e os planos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411F2-A0FB-431A-92F1-746B4CA6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Primeiro contato com proposta, navegacao publica e acesso a contratacao.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CB046-E30B-47EA-A685-58A42F25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F228C-09FA-44A1-B5EA-8DA5F36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85CB0-CCF6-4138-87B5-F65C94D7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Entender o produto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224A1-E870-4F04-A35D-1C309E13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11B83-D436-4F7F-A233-2DFB88F8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Comparar planos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897FD-688F-482C-809C-FED6037C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F1E55-DACC-4240-932E-BE30D281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Entrar ou cadastrar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B7640-7F68-4A9B-9371-E516D78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3a37e77ab4fa6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76DEB-0666-403A-A753-E57AC19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home planos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BFE94-9942-4648-ABE1-8517496F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6FCF1-4E83-432D-9A00-A8F17591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0AF41-2DF1-4E00-A019-25F78CEC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Entender o produto -&gt; Comparar planos -&gt; Entrar ou cadastrar.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99B16-AF8A-4B4E-91A4-879C3491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86352-7596-4ECA-B055-82D5E4CF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316821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E0AD0F-0504-48B1-B3FC-8DCE6ED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5335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FB374-B9E9-4FB6-925B-EEA563F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304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CONTRATACAO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A336D-0F68-4FF1-84EC-444E48E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Montar assinatura e adicionais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E5492-8B00-4A52-BFBD-A75108C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 cliente escolhe plano, ciclo, pacotes extras e envia a solicitacao para ativacao manual.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EC0DD-3BF1-42A3-A4C8-23DFC282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5D6B7-51C6-4D90-9FCD-9DA071AA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BA988-601A-4F9B-A821-80B5A9A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Selecionar plano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D4D04-C475-4CA0-B118-1CA060E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E0BCF-39B6-4609-90A5-FA607C9E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Adicionar extras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5F530-DAF7-4962-B655-2D82214E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47184-3970-4E4D-A9C0-B91FDEC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Solicitar contratacao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ABBC7-6C91-4CE6-826F-DC187D1A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e5a3443754fea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DA38B-DDE3-4B51-A564-E1A48597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checkout contratacao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73B20-8EAF-4CF8-8D3F-5E06C9BF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9FD7C-B9B6-4B5D-9C7E-634B5B80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004C4-AEA5-41C6-BB92-19517C0E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Selecionar plano -&gt; Adicionar extras -&gt; Solicitar contratacao.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4CD7B-048D-41F3-8AD3-E0471C1A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1F1FE-ECBC-4BE1-A11B-41B25B02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829611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70C4BF-4B77-4865-91D6-92BDE8C0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096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B1CEB-86F9-403C-93DF-E7B4858C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ACESSO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5EDC4-C449-4513-99EB-31A9C920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Entrar na conta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CE1C0-620F-4E44-9042-7CA00620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Tela simples para autenticar por e-mail/CPF e senha antes de acessar a area do cliente.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18E88-24A6-47F2-A289-BA18C02D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516AC-6203-4640-9428-B6469E84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14820-DFFF-4243-89DE-943FFBFC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Informar credenciais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38C55-CAB0-4A30-B2E1-1F8396D0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F41C1-B672-4ACA-BD6F-0EBF8C1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Recuperar senha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6BE53-9887-438E-A82B-8F6044D5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F7B77-F1BB-4DC9-984E-34A31C7E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Acessar ambiente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F7E36-C1FD-4D0D-8D8B-B33FCB4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5c08949ae4b6d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2454A-ECDA-4CAB-B21D-49811433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login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6BCB0-8CEF-4EEA-95EC-E1EDBE6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F824D-FC8C-4A63-831D-ECD66ECC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E441B-DB29-467B-A704-B9B297F9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Informar credenciais -&gt; Recuperar senha -&gt; Acessar ambiente.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1A079-9A45-41CA-96E4-66FF08B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6D33F-3B63-4C01-9844-5AFFF95B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877000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AD3A4-33C4-4BFC-AC2F-2B0A5C28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C0F52-1190-4F9E-BBFB-A7ABDA53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ONBOARDING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F94F5-17B7-4236-9EAA-58451A44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Criar conta de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1550C-988A-4FA3-AD03-D846DB27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Fluxo inicial para novo usuario iniciar o uso do SaaS e validar dados de acesso.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FABA1-2758-4943-8FAC-49E18A5F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FE963-472E-42B5-A604-D5624720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817B0-D744-48FD-97D0-710DE8F8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Cadastrar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FA040-F640-4E3D-B8D9-6BFCA44C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272D7-A4B5-4851-B4DE-FA9B6993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Confirmar contato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5CDCB-3396-4F9B-ACDE-09241143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5FE0C-6CD0-4AF4-8D8A-FAE6A63C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Iniciar teste/compra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D3727-DCF7-4BD5-B8F5-EAB5FBB3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bff4bd38e4a8d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31765-4DA2-47AA-8B07-B30BA213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cadastro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486F5-0DB8-4094-B0FF-7D9C7549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05E20-B976-4784-836F-F36AC3FB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7FB71-4D2D-42BB-A0AA-55FC74D2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Cadastrar dados -&gt; Confirmar contato -&gt; Iniciar teste/compra.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032D5-4FFA-45BB-BD84-30F3E027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3ACD3-D7B7-4085-A863-6247D786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9387966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30546-AA9B-4137-8A17-71CC97CA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3239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C7E90-9430-4BC8-AB9E-DDDB291F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9D370-8AA3-4BAA-8FE6-361584D9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Ver prontidao fiscal e proximas acoes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98A18-D397-40BC-95FA-4DAF6C21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 painel consolida alertas, certificado, plano, notas recentes e a acao mais importante do momento.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890F6-3FA5-4C05-A9C3-90EE59F3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4FEF8-EF4F-4DF6-85C2-B48EAFD7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51C22-9092-46FB-8461-1F7C9EEA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Ver status fiscal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A1723-90EA-4E49-9B15-16BBAA09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05577-97B4-46FE-A65C-A9E15357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Emitir nova nota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B75F2-3534-41FC-8AA8-3F25D37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5DBFB-33A6-4A1E-B93D-DCF40390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Acompanhar atividade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93843-54C6-46D5-8194-2C5D8E32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22e3e57c54038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92418-3955-464D-8454-30D2A3A1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dashboard cliente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EBB55-1240-4CEB-A698-22AF746C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5A191-85D2-469E-B186-4ADAD00D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BE4DE-ECF5-4DA0-9790-F4E0EEF5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Ver status fiscal -&gt; Emitir nova nota -&gt; Acompanhar atividade.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0A19A-B688-4102-B76F-8C197E8A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19BA1-F233-4911-80B8-0D05245E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823764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DDD1C-7CAB-4E67-8A1C-3756D28C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3239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CD539-E2FA-4136-8193-EA167AD6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NAVEGACAO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1B349-72F4-464F-B2F6-6AFC57EB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Abrir menu e alternar areas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EE39F-3DEC-4A93-9CAD-82135D4F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 menu reune perfil, empresa, certificado, gestao de clientes, relatorios, ajuda, suporte e logout.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79DC1-D9AC-4183-871E-17974B1D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22A91-FF87-46E9-AD72-921EA590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479AD-48CC-4B41-BA06-E88D0495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Ver dados da conta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9C4BB-2F23-432F-AFBC-C93E1B67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BFA12-8084-4E75-BB61-E5196D61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Trocar empresa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9CA43-F21D-44BC-9C99-5CB68580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17CC1-630A-42D8-830D-596A970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Ir para gestao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E5C72-FA6F-462F-B84D-7E9323C7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970afb3e14678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81249-8DD8-408C-91C5-2A0F48E4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menu lateral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F7CE6-09B7-49D0-BA83-0D611E84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2627B-49FC-4133-8618-A6715648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CEC8B-AA8A-4FBA-90FD-B68C46DF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Ver dados da conta -&gt; Trocar empresa -&gt; Ir para gestao.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EDE70-63CD-4AEB-A0A0-7F9C3362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C9D32-A3B7-4596-B7D1-96F566E6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336910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11985C-B53B-4709-8EBB-35ED9EB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219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5DA4B-DFAC-4963-8D48-2CBFF640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CARTEIRA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7DAFE-CC58-4306-819E-8EB9650C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Gerenciar tomadores PF, PJ e exterior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CBDA-EF01-4BBE-8ECB-C7EC8889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Lista de clientes com busca, tipo fiscal, localizacao e edicao de cadastro.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15209-75C8-46FD-B85D-5F08D93A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989F1-D75D-4A5A-A8D2-1920619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F8AFC-A955-4464-85E5-4C9A1313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Buscar tomador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B9120-5997-43B3-86E0-EFF23D9A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DB867-EB87-4F18-9D8C-925D64CF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Cadastrar novo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6B0CE-916C-4F6E-8EA9-E5C1351A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282A-94AE-471E-B41F-5CAC2A55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Editar dados fiscais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77F63-EF9B-4410-9BF7-0A853301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f8f081b1945b4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8DBCC-355F-4AF7-94AA-A5A12C86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clientes carteira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9B3C8-C260-411C-9810-895261AC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94BCA-CF0F-44E5-94B6-08C9A610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AC18B-A17A-4B50-AC36-0C245E8C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Buscar tomador -&gt; Cadastrar novo cliente -&gt; Editar dados fiscais.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43BF6-5C78-4062-9653-810874AA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FA0A6-CEDB-4C09-A66E-09B0D2E1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96043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247EFF-B66F-4E96-828E-6857441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144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86B65-81B2-4CC6-A657-836B4D28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EMISSAO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AB2AD-D7FF-4BB7-B245-E89FD0E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Escolher o tomador da NFS-e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6672C-3583-44D2-8F05-94009EBC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Primeira etapa do assistente de emissao, com guia contextual e rascunhos recuperaveis quando aplicavel.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82E76-BA98-46FA-A150-AD16F185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5BB77-2ABA-4B3B-A943-1A8A7BBC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D8198-69EF-4BB5-AB19-B47C0830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Selecionar cliente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B41CB-DC45-425F-88D1-F2AD083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EBD8C-F3A8-4428-BB3C-30FCE44D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Revisar tomador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7E344-77AF-40B8-9C6B-7D94171E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A7404-1D51-4FCD-8AA7-2A6598F7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Avancar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D6436-B534-4C7A-A169-209BC0C6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fc48926ee431c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9244F-1F53-4DEA-9557-BD807B03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emitir passo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32592-7E5A-47A7-B71F-31C44527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DE0D7-F4EF-4DBD-BDB7-95717521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3CA38-C9DA-4B33-8ECF-2DB9DA40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Selecionar cliente -&gt; Revisar tomador -&gt; Avancar.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8AA70-7AE5-47DA-A632-14435C7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B4A9C-B6A7-4159-84F5-C3615684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539231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0C79C-B703-4F06-B65B-E0B742DB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144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6C4A3-B1C1-44C6-B838-29E70CD1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EMISSAO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708D6-4D79-4511-AE77-AAB0A2E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Preencher servico, CNAE e valores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3129C-3AEF-406E-9C1D-F49A484C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segunda etapa concentra dados tributarios, valor do servico e orientacoes para evitar rejeicao.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66BB6-80CF-4242-A75A-CF8E5DE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7344F-7912-4122-B4F4-EC376006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3237E-DD06-4A45-B092-2A8F5330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Selecionar CNAE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C7FC8-47BE-453C-B6A2-07CE50A5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DDCF2-92F3-4589-90D5-B8F251EE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Informar valor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764E2-38B5-406B-9731-63EC0B00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5835B-85D4-4C84-8090-C734D0ED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Descrever servico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E84B4-CDF7-4144-97FA-C3993E52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601e65b504053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18539-F00B-4EEA-841B-6254AD07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emitir passo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82C39-C61D-48B7-BCFC-5FA8185A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1AFBA-0BCE-4F1F-A206-949919E0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B4428-DE08-4A67-BD01-3A13B99D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Selecionar CNAE -&gt; Informar valor -&gt; Descrever servico.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535DA-4628-4E43-B17A-00BC50B9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38861-B5BF-4C0A-AADB-7D0BBA7F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7136497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591357-2561-4273-A2C3-EA7A2906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66B51-9B68-42B5-BC8C-34B7DE7C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6E8A5-ABE8-4A03-AC5D-A8D15F5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Consultar historico e corrigir falhas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4C8FB-F1B1-4FF6-A779-B2E8695C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tela de notas mostra status, codigo de servico, valores e acoes de PDF/XML, cancelamento, ajuda ou correcao.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63AE7-CA52-4A68-9ECB-A1DB670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75418-55F8-45EB-9BB0-9EDD3164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7A173-B6EE-4905-92E2-02C6E1A1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Baixar documentos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D2625-126D-4106-89CE-B5B942D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57198-068C-4406-8F00-F56FF806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Cancelar nota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FD227-788E-4D51-9623-905D7C6A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09F48-BD0B-4823-BCDF-8E76376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Corrigir emissao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C7A70-9FAF-4E03-A76B-08CF0667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1fdcef47c4f57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12E9B-C5C3-4B92-941D-2A32C065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notas emitidas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A99A0-82E6-4C16-8BD3-4CF5F0D5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B13D3-7363-4F92-B7AC-BA341C88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DD290-DD70-48DC-BAFF-1E203BCE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Baixar documentos -&gt; Cancelar nota -&gt; Corrigir emissao.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5B041-B822-4B5D-8B23-33F7261C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43DC6-E69B-456B-B2B0-795C0C46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20677116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0C840-E75D-47C8-9212-F39A0D5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E05EE-83B8-48E3-9B93-4BAD3197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RELATORIOS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ADA6D-E4F3-4142-9990-FBF3166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Fechar periodo fiscal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B0982-3022-464D-807D-126F6A51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Relatorios filtram periodo, totalizam emissao e permitem exportar conferencia em PDF/XML.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2BF8A-98C4-446C-84DD-19B98D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36CA5-FA8D-4D1C-8142-EC3C427D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BB191-AAC1-42BD-93A1-0C28D4B4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Filtrar datas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BD60B-E6BC-43C0-A5C9-EEB71FCE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FBC9A-70AF-40FB-B438-BBCEFE0C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Selecionar notas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5505F-D650-4A00-8594-15D5C6BC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3A488-F9D8-413D-9DCD-EC064CB6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Gerar relatorio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DAD80-BA33-4489-99CF-1A868AFC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9ad63ad3845e9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D7324-2536-4423-9B95-18D6DAE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relatorios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29B3D-4462-4909-9064-38D22B6F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21307-822D-4589-88BF-03EBC279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5C713-4F36-43AB-BC25-F4DEC80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Filtrar datas -&gt; Selecionar notas -&gt; Gerar relatorio.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E6BF8-2925-49A6-B065-0402DEED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37D07-78D2-4985-ACCF-F38BD811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12208964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320FD-E89C-463B-BF38-B140765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144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E7344-9B2A-451D-8FCA-17D819B2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341AF-2132-4553-8F17-1FFD5C1B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Abrir e acompanhar chamados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4D06D-298B-4B42-ACF3-3B5B2A37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Central para tickets, solicitacoes de contador e acesso rapido a guias antes de chamar a equipe.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822CC-1545-4C80-89B7-4C8AF386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E2B2A-518C-4BE8-830A-099A388E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386F8-BD42-43AA-9687-2833279A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Pesquisar tickets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6C5B3-81D3-4265-A3A0-4D8A0B6B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F1DC8-5623-4BA9-9740-EEE39A4C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Abrir chamado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50EE3-215B-41DF-A6D1-BFB8A40E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FCFF3-6032-4362-AFB2-C9660820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Autorizar contador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5987-9EDE-4EF8-BCAD-28D8D44B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5a94eaf434f9a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11D70-FE4B-4D28-81D1-0D55F233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suporte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0687E-892A-4763-93D5-998734F7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27C63-858B-4AA2-874E-B2F760AE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3EC4B-B79A-4894-8F2D-6D7FDFCE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Pesquisar tickets -&gt; Abrir chamado -&gt; Autorizar contador.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40131-EB61-4ADD-87E7-C36D7E8D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18B5F-9B14-4241-AE8E-D5275ECA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2034663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38C16-D1A5-48EA-979A-FA51D6B5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7166E-CB22-487A-BB69-4EFC9022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AJUDA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2E3D2-A8D3-4687-835D-CFC2D97C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Consultar central de conhecimento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4ADD-A5A5-46D2-8224-6F70889F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Base guiada com artigos e orientacoes sobre emissao, configuracao, certificado, cancelamento e conta.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B17D7-4755-4639-BBC6-58342646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35865-C7DF-4F05-AA25-FCB1D148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03AB3-B4CF-415A-B183-19AB41A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Pesquisar artigo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153E5-32B4-494D-AEDC-32568D54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8E500-4ADC-4D68-AB11-16360BD5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Seguir passo a passo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2D007-5A9D-42E6-815F-B310039E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0BAE0-83AD-422F-A525-0162031F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Ir para tela relacionada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891D0-A3CC-431E-A89A-D353C3BA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a81ce605a4304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6C3E5-EABB-4D8F-88FB-BF1A6C2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ajuda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C32E4-CFF5-4C90-BFA1-F9B7E6AE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426A3-7849-4A72-A532-23E402E6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FE102-DE4E-44C3-BC44-B110A5A9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Pesquisar artigo -&gt; Seguir passo a passo -&gt; Ir para tela relacionada.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B4E17-BCDE-419B-89D4-90325DEF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87A00-1056-4768-8288-25D6265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9680386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D7950F-571C-4E62-9621-66C485D7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144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F392F-DA47-4E3A-BB97-35BD5455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EMPRESA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1ED9C-8B41-4C57-B016-DE0A849E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Configurar empresa, certificado e ambiente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502F2-74D0-470B-9705-FE86738F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Area fiscal onde o cliente atualiza dados obrigatorios, certificado A1, CNAEs e ambiente de emissao.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DFF69-8822-4973-82E4-A87AE35B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43DB6-1978-443C-9FA6-334F5906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F84C4-AC4E-4CB9-B3A0-749F3C44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Completar cadastro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1E139-DEB7-4BC5-A1E5-F6DE8C25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4517F-BE63-498F-8C63-17E425E9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Enviar certificado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F34F8-AA57-4280-851E-B6CF8A20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FAAD1-C10A-4A6B-8DDF-D40D255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Ajustar ambiente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A58CD-8F11-4B93-82D2-9EF9A8CA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d503cc9ce48d6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F70C1-F098-4ACD-AC91-6CA91C06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configuracoes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46AE1-6978-4068-B388-2487A2F3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3B793-4B96-4F42-875B-931446D7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F4E09-D5D6-4700-A17A-2340F238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Completar cadastro -&gt; Enviar certificado -&gt; Ajustar ambiente.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02066-DF59-4A62-A5DC-DCC670B9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DB934-3C0B-43C3-A9BC-D6095D0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3262781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1A6A26-816F-431D-ABF3-8D8E827B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15F26-CA9D-49AF-87CE-E437E4B2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CONTA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10143-BE58-44B3-BCF7-603FECBB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27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Gerenciar assinatura e dados pessoais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8DBD7-9BE8-4FC6-92F1-56EDBB58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Visao de perfil, limites do plano, seguranca da conta e preferencias do usuario.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AA601-C492-4578-99DB-6F77E6C2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o cliente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3E2A8-CED6-4E52-849F-8B0E2758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7E8B1-3F9C-48FA-B9F3-7EA5B78B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Editar perfil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63F52-F58A-4967-A4AB-D6513349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1DB42-0070-4EE1-AEEC-ECEF41F0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Acompanhar limites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E46BF-3C5A-47FD-A4F5-AA60B6F8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8BC68-7E82-4027-9569-C7413F6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Salvar alteracoes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386BD-5D8F-4BA1-B62D-D4BBC32F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7700"/>
            <a:ext cx="72009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bd1c9f821415c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742950"/>
            <a:ext cx="70104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9270D-C18E-4CE1-AC3A-9A8A83E7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Tela: minha conta planos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DF052-7D68-4A5E-B5F2-CA1DFF65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701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0D14C-E2FE-4E64-BBCB-B90F0D72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67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Dica de apresentacao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C16CD-326B-4A38-8C8F-E48267C6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95950"/>
            <a:ext cx="634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Mostre esta tela como parte do fluxo: Editar perfil -&gt; Acompanhar limites -&gt; Salvar alteracoes.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E70E5-8643-4295-A7A4-D404F8D4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NFSeGoo SaaS | Guia do cliente | 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EDCC3-33EB-49F5-B07B-ED0B0882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34150"/>
            <a:ext cx="422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Prints da interface local com dados demonstrativos</a:t>
            </a:r>
          </a:p>
        </p:txBody>
      </p:sp>
    </p:spTree>
    <p:extLst>
      <p:ext uri="{BB962C8B-B14F-4D97-AF65-F5344CB8AC3E}">
        <p14:creationId xmlns:p14="http://schemas.microsoft.com/office/powerpoint/2010/main" val="2136449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2026-06-18T13:31:23.0610000Z</dcterms:created>
  <dcterms:modified xsi:type="dcterms:W3CDTF">2026-06-18T13:31:23.0610000Z</dcterms:modified>
</coreProperties>
</file>